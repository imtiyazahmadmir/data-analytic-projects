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9438-42D5-421D-928D-1FF71F75EF77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39C9-724C-4F03-B67B-39F3C7A3D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184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9438-42D5-421D-928D-1FF71F75EF77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39C9-724C-4F03-B67B-39F3C7A3D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660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9438-42D5-421D-928D-1FF71F75EF77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39C9-724C-4F03-B67B-39F3C7A3D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146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9438-42D5-421D-928D-1FF71F75EF77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39C9-724C-4F03-B67B-39F3C7A3D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27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9438-42D5-421D-928D-1FF71F75EF77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39C9-724C-4F03-B67B-39F3C7A3D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546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9438-42D5-421D-928D-1FF71F75EF77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39C9-724C-4F03-B67B-39F3C7A3D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585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9438-42D5-421D-928D-1FF71F75EF77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39C9-724C-4F03-B67B-39F3C7A3D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923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9438-42D5-421D-928D-1FF71F75EF77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39C9-724C-4F03-B67B-39F3C7A3D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651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9438-42D5-421D-928D-1FF71F75EF77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39C9-724C-4F03-B67B-39F3C7A3D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23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9438-42D5-421D-928D-1FF71F75EF77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39C9-724C-4F03-B67B-39F3C7A3D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869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9438-42D5-421D-928D-1FF71F75EF77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39C9-724C-4F03-B67B-39F3C7A3DA36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739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9438-42D5-421D-928D-1FF71F75EF77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39C9-724C-4F03-B67B-39F3C7A3D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7758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9438-42D5-421D-928D-1FF71F75EF77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39C9-724C-4F03-B67B-39F3C7A3DA3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847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9438-42D5-421D-928D-1FF71F75EF77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39C9-724C-4F03-B67B-39F3C7A3D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049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9438-42D5-421D-928D-1FF71F75EF77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39C9-724C-4F03-B67B-39F3C7A3D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307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9438-42D5-421D-928D-1FF71F75EF77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39C9-724C-4F03-B67B-39F3C7A3D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229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89438-42D5-421D-928D-1FF71F75EF77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B2139C9-724C-4F03-B67B-39F3C7A3DA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550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1083129" y="659922"/>
            <a:ext cx="1023203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Title: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E-Commerce Bookstore Database Analytics System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464705" y="2169466"/>
            <a:ext cx="485045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Subtitle: </a:t>
            </a:r>
            <a:r>
              <a:rPr lang="en-IN" sz="1200" dirty="0"/>
              <a:t>Structure of the Seeded Transactional Data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3129" y="4310742"/>
            <a:ext cx="6368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Developed by: [Imtiyaz Ahmad Mir] | Available on GitHub</a:t>
            </a:r>
          </a:p>
        </p:txBody>
      </p:sp>
    </p:spTree>
    <p:extLst>
      <p:ext uri="{BB962C8B-B14F-4D97-AF65-F5344CB8AC3E}">
        <p14:creationId xmlns:p14="http://schemas.microsoft.com/office/powerpoint/2010/main" val="2353418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6686"/>
          </a:xfrm>
        </p:spPr>
        <p:txBody>
          <a:bodyPr/>
          <a:lstStyle/>
          <a:p>
            <a:r>
              <a:rPr lang="en-IN" dirty="0"/>
              <a:t>Core Architecture Scope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96043" y="1458057"/>
            <a:ext cx="870312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an organized 3-tier relational storage structure optimizing customer, inventory, and ledger separation.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Overcame platform parsing restrictions using modern Oracle-native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INSERT ALL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formatting configurations.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Programmed a 30-tier query framework handling basic extraction queries up through advanced analytics.</a:t>
            </a:r>
          </a:p>
        </p:txBody>
      </p:sp>
    </p:spTree>
    <p:extLst>
      <p:ext uri="{BB962C8B-B14F-4D97-AF65-F5344CB8AC3E}">
        <p14:creationId xmlns:p14="http://schemas.microsoft.com/office/powerpoint/2010/main" val="1856635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7314"/>
          </a:xfrm>
        </p:spPr>
        <p:txBody>
          <a:bodyPr/>
          <a:lstStyle/>
          <a:p>
            <a:r>
              <a:rPr lang="en-IN" dirty="0"/>
              <a:t>Dataset Profile &amp; Composition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83419" y="1496121"/>
            <a:ext cx="1067102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Synthetic Scale: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Engineered a relational dataset comprising balanced, mock e-commerce records optimized for testing boundary conditions.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Books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Catalog: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Covers diverse literary categories (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Fantasy, Science Fiction, Biography, Fiction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with varying unit prices and dynamic inventory stock levels ranging from abundant to critical safety thresholds (under 10 copies).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Customers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Ledger: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Structured with realistic global geographic distributions, focusing on key regional markets across different cities and countries to simulate international cross-border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Transaction Matrix: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Captures granular purchase histories across multi-year intervals (including 2023, 2024, and 2025) to evaluate temporal, monthly, and yearly business trends.</a:t>
            </a:r>
          </a:p>
        </p:txBody>
      </p:sp>
    </p:spTree>
    <p:extLst>
      <p:ext uri="{BB962C8B-B14F-4D97-AF65-F5344CB8AC3E}">
        <p14:creationId xmlns:p14="http://schemas.microsoft.com/office/powerpoint/2010/main" val="53067092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</TotalTime>
  <Words>194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Unicode MS</vt:lpstr>
      <vt:lpstr>Times New Roman</vt:lpstr>
      <vt:lpstr>Trebuchet MS</vt:lpstr>
      <vt:lpstr>Wingdings 3</vt:lpstr>
      <vt:lpstr>Facet</vt:lpstr>
      <vt:lpstr> Title: E-Commerce Bookstore Database Analytics System </vt:lpstr>
      <vt:lpstr>Core Architecture Scope</vt:lpstr>
      <vt:lpstr>Dataset Profile &amp; Composition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Title: E-Commerce Bookstore Database Analytics System </dc:title>
  <dc:creator>hp</dc:creator>
  <cp:lastModifiedBy>hp</cp:lastModifiedBy>
  <cp:revision>2</cp:revision>
  <dcterms:created xsi:type="dcterms:W3CDTF">2026-06-17T16:09:16Z</dcterms:created>
  <dcterms:modified xsi:type="dcterms:W3CDTF">2026-06-17T16:20:08Z</dcterms:modified>
</cp:coreProperties>
</file>